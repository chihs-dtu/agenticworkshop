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f037ccf434ed9" /><Relationship Type="http://schemas.openxmlformats.org/officeDocument/2006/relationships/extended-properties" Target="/docProps/app.xml" Id="Recaa0af28b454816" /><Relationship Type="http://schemas.openxmlformats.org/officeDocument/2006/relationships/officeDocument" Target="/ppt/presentation.xml" Id="R9cf269c22d2c489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4a3fe295470486b"/>
  </p:sldMasterIdLst>
  <p:notesMasterIdLst>
    <p:notesMasterId xmlns:r="http://schemas.openxmlformats.org/officeDocument/2006/relationships" r:id="R1c5a742752014362"/>
  </p:notesMasterIdLst>
  <p:sldIdLst>
    <p:sldId xmlns:r="http://schemas.openxmlformats.org/officeDocument/2006/relationships" id="256" r:id="Radf557933c4942d9"/>
    <p:sldId xmlns:r="http://schemas.openxmlformats.org/officeDocument/2006/relationships" id="257" r:id="Rea7334ed39cd4eed"/>
    <p:sldId xmlns:r="http://schemas.openxmlformats.org/officeDocument/2006/relationships" id="258" r:id="Rdd7c28e692c94463"/>
    <p:sldId xmlns:r="http://schemas.openxmlformats.org/officeDocument/2006/relationships" id="259" r:id="Rc4ebbfc68c734ad1"/>
    <p:sldId xmlns:r="http://schemas.openxmlformats.org/officeDocument/2006/relationships" id="260" r:id="R3f8de77ac6334a24"/>
    <p:sldId xmlns:r="http://schemas.openxmlformats.org/officeDocument/2006/relationships" id="261" r:id="R78398458974e4afe"/>
  </p:sldIdLst>
  <p:sldSz cx="12192000" cy="6858000"/>
  <p:notesSz cx="6858000" cy="9144000"/>
  <p:embeddedFontLst>
    <p:embeddedFont>
      <p:font typeface="Inter"/>
      <p:regular xmlns:r="http://schemas.openxmlformats.org/officeDocument/2006/relationships" r:id="R1c593aef4696422c"/>
      <p:bold xmlns:r="http://schemas.openxmlformats.org/officeDocument/2006/relationships" r:id="R0c1b9077c79c46ab"/>
    </p:embeddedFont>
    <p:embeddedFont>
      <p:font typeface="Inter Medium"/>
      <p:regular xmlns:r="http://schemas.openxmlformats.org/officeDocument/2006/relationships" r:id="R9108ae733b2649d7"/>
    </p:embeddedFont>
    <p:embeddedFont>
      <p:font typeface="Inter SemiBold"/>
      <p:regular xmlns:r="http://schemas.openxmlformats.org/officeDocument/2006/relationships" r:id="R8f3b4bbb44624175"/>
      <p:bold xmlns:r="http://schemas.openxmlformats.org/officeDocument/2006/relationships" r:id="R105e915983cf484e"/>
    </p:embeddedFont>
    <p:embeddedFont>
      <p:font typeface="OpenAI Sans"/>
      <p:regular xmlns:r="http://schemas.openxmlformats.org/officeDocument/2006/relationships" r:id="Rd6eabe27bca048bb"/>
      <p:bold xmlns:r="http://schemas.openxmlformats.org/officeDocument/2006/relationships" r:id="R1e83230fdf8a4942"/>
      <p:italic xmlns:r="http://schemas.openxmlformats.org/officeDocument/2006/relationships" r:id="R6b6290d6b4bd4196"/>
      <p:boldItalic xmlns:r="http://schemas.openxmlformats.org/officeDocument/2006/relationships" r:id="Rb3f6abbe57c648e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750f5305045cf" /><Relationship Type="http://schemas.openxmlformats.org/officeDocument/2006/relationships/slideMaster" Target="/ppt/slideMasters/slideMaster1.xml" Id="R54a3fe295470486b" /><Relationship Type="http://schemas.openxmlformats.org/officeDocument/2006/relationships/notesMaster" Target="/ppt/notesMasters/notesMaster1.xml" Id="R1c5a742752014362" /><Relationship Type="http://schemas.openxmlformats.org/officeDocument/2006/relationships/presProps" Target="/ppt/presProps.xml" Id="R5f04cec381154fa7" /><Relationship Type="http://schemas.openxmlformats.org/officeDocument/2006/relationships/viewProps" Target="/ppt/viewProps.xml" Id="Rdde918393578447c" /><Relationship Type="http://schemas.openxmlformats.org/officeDocument/2006/relationships/tableStyles" Target="/ppt/tableStyles.xml" Id="Rf1099815bd3d48c9" /><Relationship Type="http://schemas.openxmlformats.org/officeDocument/2006/relationships/font" Target="/ppt/fonts/font.dat" Id="R1c593aef4696422c" /><Relationship Type="http://schemas.openxmlformats.org/officeDocument/2006/relationships/font" Target="/ppt/fonts/font2.dat" Id="R0c1b9077c79c46ab" /><Relationship Type="http://schemas.openxmlformats.org/officeDocument/2006/relationships/font" Target="/ppt/fonts/font3.dat" Id="R9108ae733b2649d7" /><Relationship Type="http://schemas.openxmlformats.org/officeDocument/2006/relationships/font" Target="/ppt/fonts/font4.dat" Id="R8f3b4bbb44624175" /><Relationship Type="http://schemas.openxmlformats.org/officeDocument/2006/relationships/font" Target="/ppt/fonts/font5.dat" Id="R105e915983cf484e" /><Relationship Type="http://schemas.openxmlformats.org/officeDocument/2006/relationships/font" Target="/ppt/fonts/font6.dat" Id="Rd6eabe27bca048bb" /><Relationship Type="http://schemas.openxmlformats.org/officeDocument/2006/relationships/font" Target="/ppt/fonts/font7.dat" Id="R1e83230fdf8a4942" /><Relationship Type="http://schemas.openxmlformats.org/officeDocument/2006/relationships/font" Target="/ppt/fonts/font8.dat" Id="R6b6290d6b4bd4196" /><Relationship Type="http://schemas.openxmlformats.org/officeDocument/2006/relationships/font" Target="/ppt/fonts/font9.dat" Id="Rb3f6abbe57c648ec" /><Relationship Type="http://schemas.openxmlformats.org/officeDocument/2006/relationships/slide" Target="/ppt/slides/slide1.xml" Id="Radf557933c4942d9" /><Relationship Type="http://schemas.openxmlformats.org/officeDocument/2006/relationships/slide" Target="/ppt/slides/slide2.xml" Id="Rea7334ed39cd4eed" /><Relationship Type="http://schemas.openxmlformats.org/officeDocument/2006/relationships/slide" Target="/ppt/slides/slide3.xml" Id="Rdd7c28e692c94463" /><Relationship Type="http://schemas.openxmlformats.org/officeDocument/2006/relationships/slide" Target="/ppt/slides/slide4.xml" Id="Rc4ebbfc68c734ad1" /><Relationship Type="http://schemas.openxmlformats.org/officeDocument/2006/relationships/slide" Target="/ppt/slides/slide5.xml" Id="R3f8de77ac6334a24" /><Relationship Type="http://schemas.openxmlformats.org/officeDocument/2006/relationships/slide" Target="/ppt/slides/slide6.xml" Id="R78398458974e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4adb19af5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06863c9b84ef0" /><Relationship Type="http://schemas.openxmlformats.org/officeDocument/2006/relationships/notesMaster" Target="/ppt/notesMasters/notesMaster1.xml" Id="R7476fd8f3ba9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b2eaee39944336" /><Relationship Type="http://schemas.openxmlformats.org/officeDocument/2006/relationships/notesMaster" Target="/ppt/notesMasters/notesMaster1.xml" Id="R85476d47e5d2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6c0bd768147d7" /><Relationship Type="http://schemas.openxmlformats.org/officeDocument/2006/relationships/notesMaster" Target="/ppt/notesMasters/notesMaster1.xml" Id="R820bb22bfd77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cb04d37b14ed0" /><Relationship Type="http://schemas.openxmlformats.org/officeDocument/2006/relationships/notesMaster" Target="/ppt/notesMasters/notesMaster1.xml" Id="Re210ac1c8f8e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a4bfc7721349b8" /><Relationship Type="http://schemas.openxmlformats.org/officeDocument/2006/relationships/notesMaster" Target="/ppt/notesMasters/notesMaster1.xml" Id="R370aa3cedf9046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736518fd54056" /><Relationship Type="http://schemas.openxmlformats.org/officeDocument/2006/relationships/notesMaster" Target="/ppt/notesMasters/notesMaster1.xml" Id="R91491258b76140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Exercise 1 before opening OpenCode. Peter’s workflow document remains the source for his demonstrations. The skill-builder is itself a skill, not an agent builder.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</a:t>
            </a:r>
            <a:endParaRPr/>
          </a:p>
          <a:p xmlns:a="http://schemas.openxmlformats.org/drawingml/2006/main">
            <a:r>
              <a:t>https://github.com/peterwadsackett/AgenticWorkshop</a:t>
            </a:r>
            <a:endParaRPr/>
          </a:p>
          <a:p xmlns:a="http://schemas.openxmlformats.org/drawingml/2006/main">
            <a:r>
              <a:t>https://opencode.ai/docs/skills/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Preserve Peter’s chosen examples: PDB download, downloading an existing rendered image, and copying skills between projects. 1b introduces the included skill-builder. 1c lets participants create a small reusable skill and verify it. This is the user-agreed order, not a prescribed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https://github.com/peterwadsackett/AgenticWorkshop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path for this project: .opencode/skills/skill-builder/SKILL.md. GitHub can collapse the two folder names in its display. Do not create a single folder whose name includes a slash. Creating a folder alone does not supply a skill. An OpenCode skill frontmatter needs name and description.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https://opencode.ai/docs/skills/</a:t>
            </a:r>
          </a:p>
          <a:p xmlns:a="http://schemas.openxmlformats.org/drawingml/2006/main">
            <a:r>
              <a:t>https://github.com/peterwadsackett/AgenticWorkshop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Example: Use skill-builder to review the skill I just created. Explain what is missing and how we could test it. Propose changes before implementing them. Explain that a longer prompt is not automatically a better skill. The first iteration is a starting point to evaluate.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https://github.com/peterwadsackett/AgenticWorkshop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https://opencode.ai/docs/skills/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 download skills: HTTP success does not prove the content is correct. Parse the returned file and inspect meaningful fields. A local checksum is a fingerprint. Comparing with a published checksum requires a real checksum for the same source file. Never report an unrun test as passed.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https://github.com/peterwadsackett/AgenticWorkshop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exercises/01-skills/README.md and exercises/testing.md. Keep originals unchanged. Students choose a small task they can evaluate. The next exercise adds an agent that can use skills within a broader workflow.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Sources</a:t>
            </a:r>
            <a:endParaRPr/>
          </a:p>
          <a:p xmlns:a="http://schemas.openxmlformats.org/drawingml/2006/main">
            <a:r>
              <a:t>https://github.com/peterwadsackett/AgenticWorkshop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1706bb6a648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04720f5a24e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9d950a00e4d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5d3a7430740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6d624ad014a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4398e887c4d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2f27946d847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824ca62f94d1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d3175cb7254034" /><Relationship Type="http://schemas.openxmlformats.org/officeDocument/2006/relationships/slideLayout" Target="/ppt/slideLayouts/slideLayout1.xml" Id="R5b06c7d2fa854c33" /><Relationship Type="http://schemas.openxmlformats.org/officeDocument/2006/relationships/slideLayout" Target="/ppt/slideLayouts/slideLayout2.xml" Id="Ra25afc613a8b41eb" /><Relationship Type="http://schemas.openxmlformats.org/officeDocument/2006/relationships/slideLayout" Target="/ppt/slideLayouts/slideLayout3.xml" Id="Re69a05b0645f4ca3" /><Relationship Type="http://schemas.openxmlformats.org/officeDocument/2006/relationships/slideLayout" Target="/ppt/slideLayouts/slideLayout4.xml" Id="R5a6dec79496746fe" /><Relationship Type="http://schemas.openxmlformats.org/officeDocument/2006/relationships/slideLayout" Target="/ppt/slideLayouts/slideLayout5.xml" Id="Rdd168e55aeab4fad" /><Relationship Type="http://schemas.openxmlformats.org/officeDocument/2006/relationships/slideLayout" Target="/ppt/slideLayouts/slideLayout6.xml" Id="Rcb8539bd7afe42dd" /><Relationship Type="http://schemas.openxmlformats.org/officeDocument/2006/relationships/slideLayout" Target="/ppt/slideLayouts/slideLayout7.xml" Id="Ra444ea5ec7294b7b" /><Relationship Type="http://schemas.openxmlformats.org/officeDocument/2006/relationships/slideLayout" Target="/ppt/slideLayouts/slideLayout8.xml" Id="R60b0b16d52f843e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6c7d2fa854c33"/>
    <p:sldLayoutId xmlns:r="http://schemas.openxmlformats.org/officeDocument/2006/relationships" id="2147483650" r:id="Ra25afc613a8b41eb"/>
    <p:sldLayoutId xmlns:r="http://schemas.openxmlformats.org/officeDocument/2006/relationships" id="2147483651" r:id="Re69a05b0645f4ca3"/>
    <p:sldLayoutId xmlns:r="http://schemas.openxmlformats.org/officeDocument/2006/relationships" id="2147483652" r:id="R5a6dec79496746fe"/>
    <p:sldLayoutId xmlns:r="http://schemas.openxmlformats.org/officeDocument/2006/relationships" id="2147483653" r:id="Rdd168e55aeab4fad"/>
    <p:sldLayoutId xmlns:r="http://schemas.openxmlformats.org/officeDocument/2006/relationships" id="2147483654" r:id="Rcb8539bd7afe42dd"/>
    <p:sldLayoutId xmlns:r="http://schemas.openxmlformats.org/officeDocument/2006/relationships" id="2147483655" r:id="Ra444ea5ec7294b7b"/>
    <p:sldLayoutId xmlns:r="http://schemas.openxmlformats.org/officeDocument/2006/relationships" id="2147483656" r:id="R60b0b16d52f843e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55667a3104689" /><Relationship Type="http://schemas.openxmlformats.org/officeDocument/2006/relationships/notesSlide" Target="/ppt/notesSlides/notesSlide1.xml" Id="R9cccbe4fd886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f64b4fc0947c4" /><Relationship Type="http://schemas.openxmlformats.org/officeDocument/2006/relationships/notesSlide" Target="/ppt/notesSlides/notesSlide2.xml" Id="Rb7c85d20b1bc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b294c5e9540ca" /><Relationship Type="http://schemas.openxmlformats.org/officeDocument/2006/relationships/notesSlide" Target="/ppt/notesSlides/notesSlide3.xml" Id="Ra5589361b6f14b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d4564b967b4a21" /><Relationship Type="http://schemas.openxmlformats.org/officeDocument/2006/relationships/notesSlide" Target="/ppt/notesSlides/notesSlide4.xml" Id="R10b54f50d5d147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3e0bc6e484694" /><Relationship Type="http://schemas.openxmlformats.org/officeDocument/2006/relationships/notesSlide" Target="/ppt/notesSlides/notesSlide5.xml" Id="R5eebfa8cc4554b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2548700b4415b" /><Relationship Type="http://schemas.openxmlformats.org/officeDocument/2006/relationships/notesSlide" Target="/ppt/notesSlides/notesSlide6.xml" Id="R64a2f45de49445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Building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useful skills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Exercise 1a, 1b and 1c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Agentic Workshop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Exercise 1: demonstration and practice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1a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1b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1c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Skill-builder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Use a reusable method for designing and testing another skill.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Peter’s examples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Create a skill through conversation. Inspect and improve its behaviour.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Your own skill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Choose a task, implement the skill, and test a different input.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a skill contains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Name and description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The YAML header helps the agent decide whether the skill is relevant.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Instructions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The Markdown explains important decisions, expected outputs, and checks.</a:t>
            </a:r>
            <a:r>
              <a:rPr sz="1800" b="0" i="0" u="none" cap="none" spc="0">
                <a:ln>
                  <a:noFill/>
                </a:ln>
              </a:rPr>
              <a:t>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Supporting files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Scripts perform repeatable work. References and assets add detail only when needed.</a:t>
            </a:r>
            <a:r>
              <a:rPr sz="1800"/>
              <a:t> 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Project location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Each skill gets its own folder inside .opencode/skills and a file named SKILL.md.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skill-builder demonstration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A skill that helps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make another skill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>
                <a:ln>
                  <a:noFill/>
                </a:ln>
              </a:rPr>
              <a:t>Ask it to inspect the existing task and identify a clear input, output, and test. Review its proposal before allowing changes.</a:t>
            </a:r>
            <a:endParaRPr sz="1700" b="0" i="0" u="non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Useful questions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When should this skill run? What would make its output incorrect or unusable?</a:t>
            </a:r>
            <a:r>
              <a:rPr sz="1800"/>
              <a:t> 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Useful evidence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A normal case works, invalid input fails clearly, and another valid input also works.</a:t>
            </a:r>
            <a:r>
              <a:rPr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Evidence for a useful skill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Check the saved files or computed result.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Normal input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Look for a clear error rather than an invented answer.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Invalid input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Test reuse beyond the original demonstration.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Another input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Change the instructions in response to an observed failure.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Revision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Inspect the output and its failure behaviour. Keep a small record of each test.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One task,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a reusable skill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Exercise 1c: create it, inspect it, and try another input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2026-09-15T09:08:03.8990000Z</dcterms:created>
  <dcterms:modified xsi:type="dcterms:W3CDTF">2026-09-15T09:08:03.8990000Z</dcterms:modified>
</coreProperties>
</file>